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1648"/>
            <a:ext cx="9144000" cy="8229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40416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99248" y="0"/>
            <a:ext cx="82296" cy="40416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 Project  •  Language: C++17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std::vector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87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Yousaf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4187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4389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Algorithm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4187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4389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Maueed Ahmed Mirza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system?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Record Management System is a console-based application developed in C++17, designed to manage student records efficiently using dynamic arrays (std::vector).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2606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6400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240280"/>
            <a:ext cx="2606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240280"/>
            <a:ext cx="64008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Records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240280"/>
            <a:ext cx="2606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240280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Student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2606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54680"/>
            <a:ext cx="64008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Student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3154680"/>
            <a:ext cx="2606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154680"/>
            <a:ext cx="64008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6704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3154680"/>
            <a:ext cx="2606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3154680"/>
            <a:ext cx="64008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Statistics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0" cy="6217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2588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functional student management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84248"/>
            <a:ext cx="73152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84248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075688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 Structures concepts in C++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34056"/>
            <a:ext cx="73152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34056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825496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algorithms using RAM Model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48386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83864"/>
            <a:ext cx="731520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83864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575304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Complexity and Space Complexity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233672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233672"/>
            <a:ext cx="731520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33672"/>
            <a:ext cx="731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4325112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searching and sorting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powering this project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Code / Dev C++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std::vector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Search, Introsort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Model, Big O Notation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capabilities of the application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039112"/>
            <a:ext cx="269748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 Record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2039112"/>
            <a:ext cx="2697480" cy="1554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71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Students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2039112"/>
            <a:ext cx="2697480" cy="1554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716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468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273552"/>
            <a:ext cx="2697480" cy="155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2468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3273552"/>
            <a:ext cx="2697480" cy="155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Student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2468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3273552"/>
            <a:ext cx="2697480" cy="155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GPA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7033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507992"/>
            <a:ext cx="2697480" cy="155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0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Name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37033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4507992"/>
            <a:ext cx="2697480" cy="1554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840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ID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37033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4507992"/>
            <a:ext cx="2697480" cy="1554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840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GPA Statistics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std::vector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 of the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46634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gpa;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std::vector?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0" y="1536192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36192"/>
            <a:ext cx="64008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975104"/>
            <a:ext cx="31089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975104"/>
            <a:ext cx="64008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20208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Random Access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414016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2414016"/>
            <a:ext cx="64008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459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Amortized Insertion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2852928"/>
            <a:ext cx="310896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2852928"/>
            <a:ext cx="64008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28986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Memory Locality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3291840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3291840"/>
            <a:ext cx="64008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33375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Implementation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and module breakdown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828800" cy="6400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9424" y="1572768"/>
            <a:ext cx="201168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280160"/>
            <a:ext cx="1828800" cy="6400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Driven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572768"/>
            <a:ext cx="201168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280160"/>
            <a:ext cx="1828800" cy="6400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on Vector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55664" y="1572768"/>
            <a:ext cx="201168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280160"/>
            <a:ext cx="1828800" cy="6400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Display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633472"/>
            <a:ext cx="2606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33472"/>
            <a:ext cx="64008" cy="59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724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Model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633472"/>
            <a:ext cx="2606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633472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2724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2633472"/>
            <a:ext cx="2606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633472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2724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Module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410712"/>
            <a:ext cx="2606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410712"/>
            <a:ext cx="6400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502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Module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3410712"/>
            <a:ext cx="2606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410712"/>
            <a:ext cx="6400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46704" y="35021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Module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Operations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 and Name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37490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476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Linear Search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79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= O(1)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64992"/>
            <a:ext cx="37490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10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O(n)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88720"/>
            <a:ext cx="41148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1901952"/>
            <a:ext cx="37490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9476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insensitive search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633472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679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complete vector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364992"/>
            <a:ext cx="374904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410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O(n)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Operations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std::sort() — Introsort under the hood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Introsort Combines: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606040" cy="10058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partitions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060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1762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depth exceeds 2·log 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60604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737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21762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partitions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4572000" cy="15544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Model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primitive operations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Model counts primitive operations: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1463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48256" y="1554480"/>
            <a:ext cx="1463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48256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30752" y="1554480"/>
            <a:ext cx="1463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13248" y="1554480"/>
            <a:ext cx="1463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95744" y="1554480"/>
            <a:ext cx="1463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95744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84124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3172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23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displayStats()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T(n) = 3n + 1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operations per student (read id, read name, read gpa)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66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final division (compute average GPA)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of each operation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6576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Operations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Stats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Space Complexity = O(n)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 + O(log n) + O(1) = O(n)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stores all student records, contributing O(n) space.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Space Breakdown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37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(student records)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76472"/>
            <a:ext cx="8412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0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stack depth (Introsort)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279392"/>
            <a:ext cx="841248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43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operations (CRUD)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4343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Operations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data and outputs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New Student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234440"/>
            <a:ext cx="64008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417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Search Student by 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64008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Sort Students by GPA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228600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286000"/>
            <a:ext cx="64008" cy="8229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Display GPA Statistics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841248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Record: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    </a:t>
            </a:r>
            <a:pPr indent="0" marL="0">
              <a:buNone/>
            </a:pPr>
            <a:r>
              <a:rPr lang="en-US" sz="15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Yousaf    </a:t>
            </a:r>
            <a:pPr indent="0" marL="0">
              <a:buNone/>
            </a:pPr>
            <a:r>
              <a:rPr lang="en-US" sz="15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GPA: </a:t>
            </a:r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3.85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the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system effective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0292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User Friendly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84248"/>
            <a:ext cx="502920" cy="6217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842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075688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Handling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34056"/>
            <a:ext cx="502920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3405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825496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Searching and Sorting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483864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483864"/>
            <a:ext cx="502920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838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575304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Usage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233672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233672"/>
            <a:ext cx="502920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23367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325112"/>
            <a:ext cx="7635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Performance for Small Datasets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 of the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0292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32588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Linear Search (O(n) — inefficient for large data)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03120"/>
            <a:ext cx="50292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031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Integration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50292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718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Based Interface only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40480"/>
            <a:ext cx="50292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404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93192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decreases for very large datasets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and extensions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57400"/>
            <a:ext cx="406908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Database Support (SQL)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57400"/>
            <a:ext cx="406908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Based Interface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91840"/>
            <a:ext cx="406908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06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Authentication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291840"/>
            <a:ext cx="406908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606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526280"/>
            <a:ext cx="4069080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40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Implementation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70332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4526280"/>
            <a:ext cx="40690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840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this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successfully demonstrates: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64008" cy="5303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733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of Data Structures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58568"/>
            <a:ext cx="64008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317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and Sorting Algorithms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16936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16936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008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and Space Complexity 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75304"/>
            <a:ext cx="64008" cy="5303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48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Model Application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DD0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efficient, simple, and suitable for learning algorithm analysis concepts.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84832"/>
            <a:ext cx="9144000" cy="7315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572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3774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Yousaf  •  Analysis of Algorithm  •  Instructor: Maueed Ahmed Mirza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Record Management System</dc:title>
  <dc:subject>PptxGenJS Presentation</dc:subject>
  <dc:creator>PptxGenJS</dc:creator>
  <cp:lastModifiedBy>PptxGenJS</cp:lastModifiedBy>
  <cp:revision>1</cp:revision>
  <dcterms:created xsi:type="dcterms:W3CDTF">2026-05-12T22:30:11Z</dcterms:created>
  <dcterms:modified xsi:type="dcterms:W3CDTF">2026-05-12T22:30:11Z</dcterms:modified>
</cp:coreProperties>
</file>